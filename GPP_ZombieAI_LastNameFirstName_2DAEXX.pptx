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469F40-CCE3-4702-B0CF-2872C326A62C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BE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B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B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B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77926C-A4BD-4CA7-8736-EB4AA7F4E53F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styles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C4D0CB-4FDB-4668-A5D7-69DB134AA74E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A08AD3-A31E-41E4-BFA3-E41F820D6EB3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2B0CFC-9689-4056-888C-ED38701A4EA4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AFE6FA-2667-420B-8615-C56E7DEA4E67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3E6D02-A68F-4731-AD62-D71BB858475A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A82253-AECB-4A69-90F2-70056E3257E4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EED05C-735B-4443-BFEA-89DCD5F8DC8E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84BBEC-DF6A-4FAC-96DB-0D66DD293B52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07292B-66E9-4F7F-8F51-9298163617BF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GPP Exam: Zombie AI</a:t>
            </a:r>
            <a:endParaRPr lang="en-BE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Vladimir Prisacaru - 2DAE10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28960" y="-1821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Decision Making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63" name=""/>
          <p:cNvPicPr/>
          <p:nvPr/>
        </p:nvPicPr>
        <p:blipFill>
          <a:blip r:embed="rId1"/>
          <a:stretch/>
        </p:blipFill>
        <p:spPr>
          <a:xfrm>
            <a:off x="1031760" y="817920"/>
            <a:ext cx="10049040" cy="581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Enemy handling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838080" y="15926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Zombies spotted via AIPerception -&gt; sets bSeesZombies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Estimates the speed of each zombie to determine if it’s fast or normal/slow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If has weapons + slow zombie count &lt;= threshold -&gt; moves toward nearest zombie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 attack range -&gt; faces zombie, fires weapon; empty weapons removed immediately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Overwhelmed (too many slow zombies) -&gt; flee + wander (wander angle biased away from nearest </a:t>
            </a:r>
            <a:r>
              <a: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zombie)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Unarmed -&gt; seeks a weapon on the ground or searches a house; if none available -&gt; flee + wander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Sprint always active in fight and flee branches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Purge zone nearby -&gt; flee branch takes priority, flees from closest threat (zombie or purge zone)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When taking damage -&gt; spins around to reveal unseen attackers via AIPerception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Inventory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838080" y="15926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Only picks up items that satisfy a current need (low HP, low stamina, no weapon)</a:t>
            </a:r>
            <a:endParaRPr lang="en-BE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Priority on use: medkit first, then food, then weapon collection</a:t>
            </a:r>
            <a:endParaRPr lang="en-BE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Items consumed and slot cleared in the same tick they are identified as needed</a:t>
            </a:r>
            <a:endParaRPr lang="en-BE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Weapons removed from inventory when ammo hits zero</a:t>
            </a:r>
            <a:endParaRPr lang="en-BE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Items discovered via AIPerception sight and cached; picked-up or hidden items removed each tick</a:t>
            </a:r>
            <a:endParaRPr lang="en-BE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Always targets the nearest qualifying seen item; no pre-planned routes</a:t>
            </a:r>
            <a:endParaRPr lang="en-BE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Free slot checked before any pickup attempt</a:t>
            </a:r>
            <a:endParaRPr lang="en-BE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Movement - Steering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 blended steering behaviours: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Wander + Seek: while safe, wander angle additionally pulled toward least-explored destination each tick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Wander + Flee: in fight, wander angle pushed away from nearest zombie each tick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All wander targets reject positions inside known purge zone danger radius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Movement - Exploration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6002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Explored positions recorded in a list on each wander interval transition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Wander destination picked from N random candidates, scored by visit density → least-visited wins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Houses discovered via sight and cached; visited on demand when HP, stamina, or weapon is needed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 arrival at a house -&gt; 360° spin to sweep AIPerception across the interior, revealing items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Visited houses stored in SearchedHouses and skipped until a periodic reset timer fires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Known purge zones remembered indefinitely (until they disappear); act as soft spatial obstacles for all wander steering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LibreOffice/26.2.0.3$Windows_X86_64 LibreOffice_project/620$Build-3</Application>
  <AppVersion>15.0000</AppVersion>
  <Words>152</Words>
  <Paragraphs>18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2021-12-17T12:45:32Z</dcterms:created>
  <dc:creator>Vandaele Yosha</dc:creator>
  <dc:description/>
  <dc:language>en-US</dc:language>
  <cp:lastModifiedBy/>
  <dcterms:modified xsi:type="dcterms:W3CDTF">2026-06-07T21:15:07Z</dcterms:modified>
  <cp:revision>4</cp:revision>
  <dc:subject/>
  <dc:title>GPP Exam: Zombie AI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  <property fmtid="{D5CDD505-2E9C-101B-9397-08002B2CF9AE}" pid="5" name="PresentationFormat">
    <vt:lpwstr>Widescreen</vt:lpwstr>
  </property>
  <property fmtid="{D5CDD505-2E9C-101B-9397-08002B2CF9AE}" pid="6" name="Slides">
    <vt:i4>7</vt:i4>
  </property>
</Properties>
</file>